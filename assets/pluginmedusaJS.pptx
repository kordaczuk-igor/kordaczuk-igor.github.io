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F32094-E7E6-F8E2-E0CA-AD2829B9C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5F7F971-5269-609B-005A-4B2CE309D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0555B1C-5AD2-CCCD-A2DD-DA0C34F08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92B5009-5A92-9A69-9B70-898FA4EA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12E9F76-DE73-B962-457B-EACCC744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8123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1F6011-A25A-A3CB-8204-2415E2E2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46AA12B-77D0-6DF3-AE15-01098A65C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B22174D-3162-4320-6A50-50B634FA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DBA5284-11CE-C953-6B54-D00133A5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5E77C4-C4B1-EC2F-2B79-290BF192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6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D6F6C9-67ED-3B10-9DED-060E45868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4345B3F-FC5B-CAED-7F9C-93541071A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AAC605D-E71F-BFC6-9E10-ADC59AC1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CEA8580-E4DE-1BB3-67A1-CACC78162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3612850-3EDC-59BD-0698-1D2C8A4E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7272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AEF44C-FE5A-E17E-50D2-B7B49DDB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9C5D2BB-D34A-38DD-35F2-B7AC85C0D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0178304-53F4-23BA-EA9C-2DB23B0EB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5079556-EFEB-38EB-B8FA-C5924E2A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DD18C38-BDE9-E5D4-772A-D1AB82647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5EE0F94-1FB4-7C40-A49E-C29B552C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1632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2B7546-EA57-BFA5-91FA-3D0D38E8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2119B68-AA9C-A65D-933E-6C72F6D5C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4C62D75-2147-684D-2E5A-28CA246EB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075EE37-6D7C-9734-012D-56DE405B8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BCFD910-EB0E-9A3A-E87C-1B1D9B506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E04CA0D-AE06-D034-7561-B2461CA8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0C33A20-DE19-61D3-6A28-331C216D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2C054A5A-062B-C318-2315-C2218D67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655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A17F0D-0B71-42EE-E05F-C41E1A777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9AAF54F-5B84-DFAB-D255-5154DF9B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BF1E2CF-F848-02B5-EF27-0A568A21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8FCEAD1-C953-1462-5DF3-87940B55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83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40904D2-49DF-2F65-71B5-E8365F23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CC8A04E-FAAA-40B7-3846-40898C10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FF63F40-31C0-2622-70EB-51B4A84F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1316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322C25-E146-FEFE-3835-7C3906AD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813D5D0-4B28-2D9A-9829-9F53E2EAF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146DFFA-34C3-B709-15AE-FD900612F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2151749-7BCB-E66F-D52B-542DAC1B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5C25B84-3DA6-F6EE-3850-94FF119C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53A525C-6D2B-2684-CB7D-F4CC1D7F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693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425212-90AA-8CC2-A561-D62B08A0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FFE8B52-C19C-5CE0-846D-D29D1F037B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DE953C6-07E9-ADFC-47A1-EDA3928AC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995159A-9BB9-196B-27BD-141D13BC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A1E150B-2B97-9990-DBEA-17A61345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59E28FB-95E8-244F-440A-97112D645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68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5DA8C0-A247-8931-B0D8-A4CBDFE9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9615336-A0A3-F3BC-9CFB-B468382FB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FCBE3BE-9FD7-5631-0E07-15BB72D5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582F39-CF71-0F60-7F5A-3A4D193A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B3BF3CE-B425-1A0A-0FAE-AB0053D4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5289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A9783AA0-17CE-2914-D990-496914139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F3AE23A-569A-FC9D-26EE-4365A6C06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AAEE7F8-97E0-4B13-6B2D-43A4A5BA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39EBDD2-A4EC-BAD3-8A23-A3966E79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5F0ED65-C7C5-928C-F12B-9067F1BA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409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FCE2C94-689A-F233-1C9F-1789F31C7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954DBE5-9449-0D72-CDAC-8BD69E6AA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415B781-A12F-6968-1D8C-066BE2277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D7B77-D156-4B80-A468-3340C62896F2}" type="datetimeFigureOut">
              <a:rPr lang="pl-PL" smtClean="0"/>
              <a:t>12.05.2026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0588FD3-D5B9-AC7E-BA1B-B19EEF813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2309FE1-0132-C715-1140-CB7D1F02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2C1FD-8E49-46F3-A410-3A6F4771F0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784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7A3A3E-FEED-9DCC-FF41-7B2FAD6B6B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Plugin</a:t>
            </a:r>
            <a:r>
              <a:rPr lang="pl-PL" dirty="0"/>
              <a:t> do </a:t>
            </a:r>
            <a:r>
              <a:rPr lang="pl-PL" dirty="0" err="1"/>
              <a:t>MedusaJS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43E4C08-0F19-1D89-7E15-BCE7D5DE75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Realizacja serwisu usług cyfrowych na platformie </a:t>
            </a:r>
            <a:r>
              <a:rPr lang="pl-PL" dirty="0" err="1"/>
              <a:t>MedusaJS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7922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9B3EA3-BBF4-2231-1029-345B36A5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Architektura systemu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95DAE00-E260-FDC3-5E14-D9DD10C1A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pl-PL" sz="2400" u="sng" dirty="0"/>
              <a:t>Moduł ogłoszeń</a:t>
            </a:r>
          </a:p>
          <a:p>
            <a:pPr lvl="1"/>
            <a:r>
              <a:rPr lang="pl-PL" sz="1600" dirty="0"/>
              <a:t>Umożliwia użytkownikom przeglądanie wszystkich</a:t>
            </a:r>
            <a:br>
              <a:rPr lang="pl-PL" sz="1600" dirty="0"/>
            </a:br>
            <a:r>
              <a:rPr lang="pl-PL" sz="1600" dirty="0"/>
              <a:t>ogłoszeń i wystawianie własnych</a:t>
            </a:r>
          </a:p>
          <a:p>
            <a:pPr lvl="1"/>
            <a:r>
              <a:rPr lang="pl-PL" sz="1600" dirty="0"/>
              <a:t>CRUD + spersonalizowane wyświetlanie ogłoszeń</a:t>
            </a:r>
            <a:br>
              <a:rPr lang="pl-PL" sz="1600" dirty="0"/>
            </a:br>
            <a:r>
              <a:rPr lang="pl-PL" sz="1600" dirty="0"/>
              <a:t>w zależności od preferencji użytkownika</a:t>
            </a:r>
          </a:p>
          <a:p>
            <a:pPr lvl="1"/>
            <a:endParaRPr lang="pl-PL" dirty="0"/>
          </a:p>
          <a:p>
            <a:r>
              <a:rPr lang="pl-PL" sz="2400" u="sng" dirty="0"/>
              <a:t>Moduł ofert ( Reversed Marketplace )</a:t>
            </a:r>
          </a:p>
          <a:p>
            <a:pPr lvl="1"/>
            <a:r>
              <a:rPr lang="pl-PL" sz="1600" dirty="0"/>
              <a:t>Umożliwia wykonawcom przyjmowanie zleceń oraz</a:t>
            </a:r>
            <a:br>
              <a:rPr lang="pl-PL" sz="1600" dirty="0"/>
            </a:br>
            <a:r>
              <a:rPr lang="pl-PL" sz="1600" dirty="0"/>
              <a:t>składanie sowich ofert klientom, którzy wystawili</a:t>
            </a:r>
            <a:br>
              <a:rPr lang="pl-PL" sz="1600" dirty="0"/>
            </a:br>
            <a:r>
              <a:rPr lang="pl-PL" sz="1600" dirty="0"/>
              <a:t>ogłoszenie</a:t>
            </a:r>
          </a:p>
          <a:p>
            <a:pPr lvl="1"/>
            <a:r>
              <a:rPr lang="pl-PL" sz="1600" dirty="0"/>
              <a:t>Umożliwia klientom wybór swojego wykonawcy, </a:t>
            </a:r>
          </a:p>
          <a:p>
            <a:pPr lvl="1"/>
            <a:r>
              <a:rPr lang="pl-PL" sz="1600" dirty="0"/>
              <a:t>CRUD + SSE</a:t>
            </a:r>
          </a:p>
          <a:p>
            <a:pPr lvl="1"/>
            <a:endParaRPr lang="pl-PL" dirty="0"/>
          </a:p>
          <a:p>
            <a:pPr lvl="8"/>
            <a:endParaRPr lang="pl-PL" dirty="0"/>
          </a:p>
          <a:p>
            <a:pPr lvl="2"/>
            <a:endParaRPr lang="pl-PL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5BD5484D-5D14-C327-36F2-F54326E1EB74}"/>
              </a:ext>
            </a:extLst>
          </p:cNvPr>
          <p:cNvSpPr txBox="1"/>
          <p:nvPr/>
        </p:nvSpPr>
        <p:spPr>
          <a:xfrm>
            <a:off x="3048755" y="324659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C7C3F57-6AC6-E938-A9D4-5521F7386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653" y="362678"/>
            <a:ext cx="5215873" cy="25009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97797D5D-A522-7B12-AB93-DE8FD4A1B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53" y="3129249"/>
            <a:ext cx="5215874" cy="24656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9525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C0CF-9EEB-7A3E-64C8-B5DED077C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7B761-1F79-6B2E-7A15-1E28935FC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Architektura systemu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0FB40F9-842F-C4DA-282A-2507F3087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74034" cy="4351338"/>
          </a:xfrm>
        </p:spPr>
        <p:txBody>
          <a:bodyPr/>
          <a:lstStyle/>
          <a:p>
            <a:r>
              <a:rPr lang="pl-PL" sz="2400" u="sng" dirty="0"/>
              <a:t>Moduł chatu</a:t>
            </a:r>
          </a:p>
          <a:p>
            <a:pPr lvl="1"/>
            <a:r>
              <a:rPr lang="pl-PL" sz="1600" dirty="0"/>
              <a:t>Umożliwia komunikację między użytkownikami</a:t>
            </a:r>
          </a:p>
          <a:p>
            <a:pPr lvl="1"/>
            <a:r>
              <a:rPr lang="pl-PL" sz="1600" dirty="0"/>
              <a:t>SSE</a:t>
            </a:r>
          </a:p>
          <a:p>
            <a:pPr lvl="1"/>
            <a:endParaRPr lang="pl-PL" sz="1600" dirty="0"/>
          </a:p>
          <a:p>
            <a:r>
              <a:rPr lang="pl-PL" sz="2400" u="sng" dirty="0"/>
              <a:t>Moduł ocen użytkowników</a:t>
            </a:r>
          </a:p>
          <a:p>
            <a:pPr lvl="1"/>
            <a:r>
              <a:rPr lang="pl-PL" sz="1600" dirty="0"/>
              <a:t>Dzięki ocenom użytkowników zarówno klienci jak i wykonawcy będą mogli poznać reputację drugiej strony przed rozpoczęciem współpracy</a:t>
            </a:r>
          </a:p>
          <a:p>
            <a:pPr lvl="1"/>
            <a:endParaRPr lang="pl-PL" dirty="0"/>
          </a:p>
          <a:p>
            <a:pPr lvl="8"/>
            <a:endParaRPr lang="pl-PL" dirty="0"/>
          </a:p>
          <a:p>
            <a:pPr lvl="2"/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5EB3621-9AA1-A0AA-C713-42F353D76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885" y="365125"/>
            <a:ext cx="2358464" cy="3957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FA2028DE-8C57-FA34-47A5-4F2768DBD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233" y="365125"/>
            <a:ext cx="2358553" cy="39593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C9CDBF1C-8022-0619-8192-0C29A5BC6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049" y="4559896"/>
            <a:ext cx="3543300" cy="18095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674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76CE0-5BF9-A05E-3837-178F3B38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6548B5-0EDA-FB63-1123-FFFC15FD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Architektura systemu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3F083EE-22BF-DA6E-AC00-A60BEB36C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4200"/>
            <a:ext cx="5374034" cy="4351338"/>
          </a:xfrm>
        </p:spPr>
        <p:txBody>
          <a:bodyPr/>
          <a:lstStyle/>
          <a:p>
            <a:r>
              <a:rPr lang="pl-PL" sz="2400" u="sng" dirty="0"/>
              <a:t>Moduł Role </a:t>
            </a:r>
            <a:r>
              <a:rPr lang="pl-PL" sz="2400" u="sng" dirty="0" err="1"/>
              <a:t>Based</a:t>
            </a:r>
            <a:r>
              <a:rPr lang="pl-PL" sz="2400" u="sng" dirty="0"/>
              <a:t> Access Control</a:t>
            </a:r>
          </a:p>
          <a:p>
            <a:pPr lvl="1"/>
            <a:r>
              <a:rPr lang="pl-PL" sz="1600" dirty="0"/>
              <a:t>Umożliwia kontrolę dostępu użytkowników do różnych funkcjonalności w zależności od ich ról</a:t>
            </a:r>
          </a:p>
          <a:p>
            <a:pPr lvl="1"/>
            <a:r>
              <a:rPr lang="pl-PL" sz="1600" dirty="0"/>
              <a:t>CRUD + </a:t>
            </a:r>
            <a:r>
              <a:rPr lang="pl-PL" sz="1600" dirty="0" err="1"/>
              <a:t>seedowanie</a:t>
            </a:r>
            <a:r>
              <a:rPr lang="pl-PL" sz="1600" dirty="0"/>
              <a:t> domyślnych wartości</a:t>
            </a:r>
          </a:p>
          <a:p>
            <a:pPr lvl="1"/>
            <a:endParaRPr lang="pl-PL" sz="1600" dirty="0"/>
          </a:p>
          <a:p>
            <a:r>
              <a:rPr lang="pl-PL" sz="2400" u="sng" dirty="0"/>
              <a:t>Moduł powiadomień</a:t>
            </a:r>
          </a:p>
          <a:p>
            <a:pPr lvl="1"/>
            <a:r>
              <a:rPr lang="pl-PL" sz="1600" dirty="0"/>
              <a:t>Powiadomienia w przeglądarce, dotyczące aktualizacji statusów zleceń, chatu oraz innych aktualności. </a:t>
            </a:r>
          </a:p>
          <a:p>
            <a:pPr lvl="1"/>
            <a:r>
              <a:rPr lang="pl-PL" sz="1600" dirty="0"/>
              <a:t>Powiadomienia mailowe informujące klienta o wykonaniu zlecenia</a:t>
            </a:r>
          </a:p>
          <a:p>
            <a:pPr lvl="1"/>
            <a:r>
              <a:rPr lang="pl-PL" sz="1600" dirty="0"/>
              <a:t>SSE + Integracja </a:t>
            </a:r>
            <a:r>
              <a:rPr lang="pl-PL" sz="1600" dirty="0" err="1"/>
              <a:t>Resend</a:t>
            </a:r>
            <a:endParaRPr lang="pl-PL" sz="1600" dirty="0"/>
          </a:p>
          <a:p>
            <a:pPr lvl="1"/>
            <a:endParaRPr lang="pl-PL" dirty="0"/>
          </a:p>
          <a:p>
            <a:pPr lvl="8"/>
            <a:endParaRPr lang="pl-PL" dirty="0"/>
          </a:p>
          <a:p>
            <a:pPr lvl="2"/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96601B23-31E1-956A-0877-50C186CA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925" y="365125"/>
            <a:ext cx="2853425" cy="48213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7FE23D07-4A46-6991-614E-198568BF7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609" y="3306336"/>
            <a:ext cx="481041" cy="39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73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56B80A-FBF8-6467-15AA-3E695465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Struktura Bazy danych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F283A8B1-A0FC-1FA8-EF34-D040AF7D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337589" cy="4848627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3EDB1C2-3635-22D8-21FF-DE19C4BDA833}"/>
              </a:ext>
            </a:extLst>
          </p:cNvPr>
          <p:cNvSpPr txBox="1"/>
          <p:nvPr/>
        </p:nvSpPr>
        <p:spPr>
          <a:xfrm>
            <a:off x="5194839" y="1849141"/>
            <a:ext cx="4709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dirty="0"/>
              <a:t>Moduł ocen użytkowników</a:t>
            </a:r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AA67E0E-4672-320B-5E10-12EF8DCBDBF1}"/>
              </a:ext>
            </a:extLst>
          </p:cNvPr>
          <p:cNvSpPr txBox="1"/>
          <p:nvPr/>
        </p:nvSpPr>
        <p:spPr>
          <a:xfrm>
            <a:off x="5188489" y="2712741"/>
            <a:ext cx="4709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dirty="0"/>
              <a:t>Moduł ofert</a:t>
            </a:r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F78DCE7E-0B2E-CC68-17C1-55C92D86EDFE}"/>
              </a:ext>
            </a:extLst>
          </p:cNvPr>
          <p:cNvSpPr txBox="1"/>
          <p:nvPr/>
        </p:nvSpPr>
        <p:spPr>
          <a:xfrm>
            <a:off x="5194839" y="3576341"/>
            <a:ext cx="4709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dirty="0"/>
              <a:t>Moduł ogłoszeń</a:t>
            </a:r>
            <a:endParaRPr lang="pl-PL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4177AA10-43AC-72EA-5B3C-F73B5EB25919}"/>
              </a:ext>
            </a:extLst>
          </p:cNvPr>
          <p:cNvSpPr txBox="1"/>
          <p:nvPr/>
        </p:nvSpPr>
        <p:spPr>
          <a:xfrm>
            <a:off x="5194839" y="4439941"/>
            <a:ext cx="4709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dirty="0"/>
              <a:t>Moduł RBAC</a:t>
            </a:r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99F78787-0C9E-E16E-B7CE-0E3297E2855B}"/>
              </a:ext>
            </a:extLst>
          </p:cNvPr>
          <p:cNvSpPr txBox="1"/>
          <p:nvPr/>
        </p:nvSpPr>
        <p:spPr>
          <a:xfrm>
            <a:off x="5194839" y="5508249"/>
            <a:ext cx="4709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dirty="0"/>
              <a:t>Moduł chatu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2407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EE1CB-CE84-BB70-63BF-5A7211C5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9746B5-91AA-C793-23B7-A09317058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Struktura Bazy danych - niezrealizowane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5EC9740-72F1-1CC1-90EB-0E93C3C52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4094"/>
            <a:ext cx="8985344" cy="491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0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301DD-E304-1072-57A3-6D3DB335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683E85-2472-D094-17DC-35EF67F7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Struktura Bazy danych - zrealizowane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1933DB0-925E-C947-1569-24426997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1590"/>
            <a:ext cx="8201420" cy="502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6686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168</Words>
  <Application>Microsoft Office PowerPoint</Application>
  <PresentationFormat>Panoramiczny</PresentationFormat>
  <Paragraphs>38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Motyw pakietu Office</vt:lpstr>
      <vt:lpstr>Plugin do MedusaJS</vt:lpstr>
      <vt:lpstr>Architektura systemu</vt:lpstr>
      <vt:lpstr>Architektura systemu</vt:lpstr>
      <vt:lpstr>Architektura systemu</vt:lpstr>
      <vt:lpstr>Struktura Bazy danych</vt:lpstr>
      <vt:lpstr>Struktura Bazy danych - niezrealizowane</vt:lpstr>
      <vt:lpstr>Struktura Bazy danych - zrealizowane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Kordaczuk</dc:creator>
  <cp:lastModifiedBy>Igor Kordaczuk</cp:lastModifiedBy>
  <cp:revision>2</cp:revision>
  <dcterms:created xsi:type="dcterms:W3CDTF">2026-05-12T17:46:50Z</dcterms:created>
  <dcterms:modified xsi:type="dcterms:W3CDTF">2026-05-12T20:55:58Z</dcterms:modified>
</cp:coreProperties>
</file>